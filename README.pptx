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link: important!
Follow along if you’re quick, later interactive
QR URL: https://api.qrserver.com/v1/create-qr-code/?format=svg&amp;data=https://scverse.org/cookiecutter-scverse-presentation/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Installing pre-commit globally is preferred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simple: pure-python, one package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need to do this live, time should be mostly up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2026-03-16T19:47:21Z</dcterms:created>
  <dcterms:modified xsi:type="dcterms:W3CDTF">2026-03-16T19:47:21Z</dcterms:modified>
</cp:coreProperties>
</file>